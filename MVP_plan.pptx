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BCD917-ED04-ADE8-6604-BEF4C065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C16EE33-F955-2040-6C4A-FE1E09E07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A927C7-B265-6056-6AFD-EF8C88EE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0CD0EB-7A1E-BCED-90C9-1013900F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466C62-6DA9-0FF6-68BA-53B5D893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1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795A35-1BB3-17AF-82A3-2F357F62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75AEDA-93EA-A480-CF96-79B8D246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A77952-546D-715D-3313-6F222BF6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125FBA-2F07-181E-C97A-93803DC8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286B11-A8B9-143D-3CE2-34A24EDC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43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BB3EF-F733-CAB2-3755-928375BC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601B54-92E2-4294-05E8-AADA8CC35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A11B0A-12BE-C099-C850-C0B80860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A5D42D-4AED-CC4E-52FF-EFF1EE8A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0015F0-9BD5-5B49-22CB-E8D0B7DB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94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CDE21-6BD4-D1CE-94BF-5C0A190C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8E360B-1743-BC91-154A-079B3F007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70D2C-C9C3-6457-FC7E-705950CEC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EE35A0-BB30-11FA-CEC2-55A3BF9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CA43A4-6176-6001-6191-5A238938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771939-9521-FD8E-452A-D756BC56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18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15C3D-CF66-F811-D8F9-F334AE25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A65D07-D713-9FAD-E16F-FCA81B179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12B034-6122-822F-2FE4-5912975B2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CE2034-E31C-E75F-5DC2-7909403EB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00B2FC-3AEC-5687-7F69-0D6303306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00F3669-1C18-7F20-EB83-CF6A918A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50E5F2-738F-8B10-8BED-FBA56FBE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D96634-0233-FAF6-9C69-6106C177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05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2D582-1CB8-742B-A20B-E234A30A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06365A7-EC35-6709-E697-78AADF98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E3C816-0AE9-3208-D463-1D241B82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480E34-31D8-8795-A282-6F43F8D7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38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43DB7C-AE53-24C0-D3D7-03C92501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55E635-D2ED-CE66-6BEF-1A407296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E231E3-BDE6-3214-28F1-ECF5508D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4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4C34B-C0CD-6F89-5259-49B6E234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D75C6-0C3D-26F2-4439-29D74105B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EF7323-48AB-1156-DDC7-6C5D5F0E2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3D2255-B967-8723-D123-B1D3F160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461FE8-4A09-9291-3726-DD2A0CB8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7A82C8-34E4-7315-0A90-DEF876A6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55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42EB2-566B-8F81-A28B-A8ED38EF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D4CDC3F-1302-12C5-D1B5-99DBE9DE2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4870A-EC61-4208-F958-A18B48482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EB7353-A408-EA62-4D55-97AE1840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065AEE-C98F-1E15-7298-2D2D993E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4D6B88-5339-BF74-95C2-EDAEEBD1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57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98A73-9368-E8C0-AB6D-99701E20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4507A8-EF25-6DA6-210E-9E81738B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BE714-7417-06FB-62C5-47E682FB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206D5F-986F-5676-4E07-5D6EEB25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8AC04A-711D-D3D7-CF03-E17EAD66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132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78A9E8A-302E-BF1F-845B-745B7E691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DFBA9D-641A-61EE-BDBD-6488C0604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C8CA0B-0E43-8531-1E0A-C6338799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5CA37A-4F32-C9D6-5617-9DF7495B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F9E513-00CF-403D-0EB2-BBA0A637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346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E16082-3F00-93EB-23F6-7DED3859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B67811-5275-BB6C-E80D-DB7FD3B99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E23C5E-525F-28A7-D69B-4F3F0312F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714E-CBE2-4E46-B0F7-C42C56C56C7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9B975D-921C-C2F6-C69C-0CC916589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1D5E7-9CFD-D6A8-F7D0-6C5ABDDC4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4A2D8-58A9-46A2-8E13-7F2BE6F7F4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51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AACA1D-E6E9-E58E-E076-80BE0DD6236B}"/>
              </a:ext>
            </a:extLst>
          </p:cNvPr>
          <p:cNvSpPr/>
          <p:nvPr/>
        </p:nvSpPr>
        <p:spPr>
          <a:xfrm>
            <a:off x="4132892" y="2967681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投稿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019195E-E659-591A-EC0F-AEBA0447AE7A}"/>
              </a:ext>
            </a:extLst>
          </p:cNvPr>
          <p:cNvSpPr/>
          <p:nvPr/>
        </p:nvSpPr>
        <p:spPr>
          <a:xfrm>
            <a:off x="481913" y="2178908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タスク決め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128297B-4AD0-B5AF-006A-48A06C4955B2}"/>
              </a:ext>
            </a:extLst>
          </p:cNvPr>
          <p:cNvSpPr/>
          <p:nvPr/>
        </p:nvSpPr>
        <p:spPr>
          <a:xfrm>
            <a:off x="481913" y="156518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アプリインストール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949C0F-ED4D-D794-4A24-19E8472D0907}"/>
              </a:ext>
            </a:extLst>
          </p:cNvPr>
          <p:cNvSpPr/>
          <p:nvPr/>
        </p:nvSpPr>
        <p:spPr>
          <a:xfrm>
            <a:off x="1948612" y="2967681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タスク選択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3591141-C08E-B5AA-0EAE-F6159517DE53}"/>
              </a:ext>
            </a:extLst>
          </p:cNvPr>
          <p:cNvSpPr/>
          <p:nvPr/>
        </p:nvSpPr>
        <p:spPr>
          <a:xfrm>
            <a:off x="2971497" y="4399007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タスク実行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4B5A9E9-99D9-CD16-C2C5-1FA43393E52F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2392426" y="3313669"/>
            <a:ext cx="579071" cy="12583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4C86ACC-8498-509A-C676-CB80390B6A69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3859125" y="3313669"/>
            <a:ext cx="717581" cy="12583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600EADE-4C59-6992-8AFA-770A17DB6967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 flipH="1">
            <a:off x="921386" y="2524896"/>
            <a:ext cx="4341" cy="10729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3AF574B-40F2-D0DA-EAC1-4B0411260E1F}"/>
              </a:ext>
            </a:extLst>
          </p:cNvPr>
          <p:cNvCxnSpPr>
            <a:cxnSpLocks/>
            <a:stCxn id="4" idx="0"/>
            <a:endCxn id="48" idx="3"/>
          </p:cNvCxnSpPr>
          <p:nvPr/>
        </p:nvCxnSpPr>
        <p:spPr>
          <a:xfrm flipH="1" flipV="1">
            <a:off x="3859125" y="1836004"/>
            <a:ext cx="717581" cy="11316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6EE9A10-D12E-7912-7D90-251D1CC4E113}"/>
              </a:ext>
            </a:extLst>
          </p:cNvPr>
          <p:cNvSpPr/>
          <p:nvPr/>
        </p:nvSpPr>
        <p:spPr>
          <a:xfrm>
            <a:off x="3380521" y="2462081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24</a:t>
            </a:r>
            <a:r>
              <a:rPr lang="ja-JP" altLang="en-US" sz="1000" dirty="0">
                <a:solidFill>
                  <a:schemeClr val="tx1"/>
                </a:solidFill>
              </a:rPr>
              <a:t>時間経過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F818DCC-1097-A372-B1AC-D716DF47E565}"/>
              </a:ext>
            </a:extLst>
          </p:cNvPr>
          <p:cNvSpPr/>
          <p:nvPr/>
        </p:nvSpPr>
        <p:spPr>
          <a:xfrm>
            <a:off x="2971497" y="1663010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投稿消える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61489947-937D-E124-FA3E-ABA3EEBE1F21}"/>
              </a:ext>
            </a:extLst>
          </p:cNvPr>
          <p:cNvCxnSpPr>
            <a:cxnSpLocks/>
            <a:stCxn id="48" idx="1"/>
            <a:endCxn id="7" idx="0"/>
          </p:cNvCxnSpPr>
          <p:nvPr/>
        </p:nvCxnSpPr>
        <p:spPr>
          <a:xfrm flipH="1">
            <a:off x="2392426" y="1836004"/>
            <a:ext cx="579071" cy="11316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513E0933-4257-6BEA-1D63-2ADA57074BEC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925727" y="502506"/>
            <a:ext cx="0" cy="16764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CFA3B7F4-87AF-9766-D50A-8BE01AA4D28C}"/>
              </a:ext>
            </a:extLst>
          </p:cNvPr>
          <p:cNvSpPr/>
          <p:nvPr/>
        </p:nvSpPr>
        <p:spPr>
          <a:xfrm>
            <a:off x="333633" y="3597875"/>
            <a:ext cx="1175506" cy="2528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通知</a:t>
            </a: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8982EDA2-0B71-DA32-1BCB-B6C4E60772B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369541" y="2351902"/>
            <a:ext cx="579071" cy="7887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5886EC59-7B69-8BCA-D957-7F1EF86C425D}"/>
              </a:ext>
            </a:extLst>
          </p:cNvPr>
          <p:cNvCxnSpPr>
            <a:cxnSpLocks/>
            <a:stCxn id="69" idx="3"/>
            <a:endCxn id="7" idx="1"/>
          </p:cNvCxnSpPr>
          <p:nvPr/>
        </p:nvCxnSpPr>
        <p:spPr>
          <a:xfrm flipV="1">
            <a:off x="1509139" y="3140675"/>
            <a:ext cx="439473" cy="5836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EEB29B13-DAE0-CF83-4663-B484915FFB67}"/>
              </a:ext>
            </a:extLst>
          </p:cNvPr>
          <p:cNvSpPr/>
          <p:nvPr/>
        </p:nvSpPr>
        <p:spPr>
          <a:xfrm>
            <a:off x="7172158" y="3038730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投稿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7E539A0-093B-C15A-92F6-C483105C3E27}"/>
              </a:ext>
            </a:extLst>
          </p:cNvPr>
          <p:cNvSpPr/>
          <p:nvPr/>
        </p:nvSpPr>
        <p:spPr>
          <a:xfrm>
            <a:off x="11010312" y="2228848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タスク決め</a:t>
            </a: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47BCA36-03B2-3697-28FA-2E5776822BDC}"/>
              </a:ext>
            </a:extLst>
          </p:cNvPr>
          <p:cNvSpPr/>
          <p:nvPr/>
        </p:nvSpPr>
        <p:spPr>
          <a:xfrm>
            <a:off x="11010312" y="329512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アプリインストール</a:t>
            </a: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0C2C256-F921-FE28-DDA0-D795B5185DB2}"/>
              </a:ext>
            </a:extLst>
          </p:cNvPr>
          <p:cNvSpPr/>
          <p:nvPr/>
        </p:nvSpPr>
        <p:spPr>
          <a:xfrm>
            <a:off x="9664995" y="3083012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タスク選択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2383D528-2969-98DF-F170-D47F8F21DB79}"/>
              </a:ext>
            </a:extLst>
          </p:cNvPr>
          <p:cNvSpPr/>
          <p:nvPr/>
        </p:nvSpPr>
        <p:spPr>
          <a:xfrm>
            <a:off x="8368838" y="4399007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タスク実行</a:t>
            </a:r>
          </a:p>
        </p:txBody>
      </p: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9F018E50-F646-F00C-A6C5-270D04FF3BB5}"/>
              </a:ext>
            </a:extLst>
          </p:cNvPr>
          <p:cNvCxnSpPr>
            <a:cxnSpLocks/>
            <a:stCxn id="129" idx="2"/>
            <a:endCxn id="130" idx="3"/>
          </p:cNvCxnSpPr>
          <p:nvPr/>
        </p:nvCxnSpPr>
        <p:spPr>
          <a:xfrm flipH="1">
            <a:off x="9256466" y="3429000"/>
            <a:ext cx="852343" cy="11430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8C25BD3F-4C6E-499C-900D-DB9CE03B2943}"/>
              </a:ext>
            </a:extLst>
          </p:cNvPr>
          <p:cNvCxnSpPr>
            <a:cxnSpLocks/>
            <a:stCxn id="130" idx="1"/>
            <a:endCxn id="126" idx="2"/>
          </p:cNvCxnSpPr>
          <p:nvPr/>
        </p:nvCxnSpPr>
        <p:spPr>
          <a:xfrm flipH="1" flipV="1">
            <a:off x="7615972" y="3384718"/>
            <a:ext cx="752866" cy="11872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41EFA9BA-D136-B842-656B-9E9456F11F8F}"/>
              </a:ext>
            </a:extLst>
          </p:cNvPr>
          <p:cNvCxnSpPr>
            <a:cxnSpLocks/>
            <a:stCxn id="127" idx="2"/>
            <a:endCxn id="140" idx="0"/>
          </p:cNvCxnSpPr>
          <p:nvPr/>
        </p:nvCxnSpPr>
        <p:spPr>
          <a:xfrm>
            <a:off x="11454126" y="2574836"/>
            <a:ext cx="0" cy="11971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E2CA817F-D125-4009-7200-9F0DFD9D8B07}"/>
              </a:ext>
            </a:extLst>
          </p:cNvPr>
          <p:cNvCxnSpPr>
            <a:cxnSpLocks/>
            <a:stCxn id="126" idx="0"/>
            <a:endCxn id="137" idx="1"/>
          </p:cNvCxnSpPr>
          <p:nvPr/>
        </p:nvCxnSpPr>
        <p:spPr>
          <a:xfrm flipV="1">
            <a:off x="7615972" y="1836004"/>
            <a:ext cx="747941" cy="12027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1AD82710-F086-0786-97E4-623BCD744179}"/>
              </a:ext>
            </a:extLst>
          </p:cNvPr>
          <p:cNvSpPr/>
          <p:nvPr/>
        </p:nvSpPr>
        <p:spPr>
          <a:xfrm>
            <a:off x="8363913" y="1663010"/>
            <a:ext cx="887628" cy="34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投稿消える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D866B418-8AE1-B04B-D33D-C4D8F55C6142}"/>
              </a:ext>
            </a:extLst>
          </p:cNvPr>
          <p:cNvCxnSpPr>
            <a:cxnSpLocks/>
            <a:stCxn id="137" idx="3"/>
            <a:endCxn id="129" idx="0"/>
          </p:cNvCxnSpPr>
          <p:nvPr/>
        </p:nvCxnSpPr>
        <p:spPr>
          <a:xfrm>
            <a:off x="9251541" y="1836004"/>
            <a:ext cx="857268" cy="12470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47A70C78-AFA8-320B-ACEE-6E9A0661C895}"/>
              </a:ext>
            </a:extLst>
          </p:cNvPr>
          <p:cNvCxnSpPr>
            <a:cxnSpLocks/>
            <a:stCxn id="128" idx="2"/>
            <a:endCxn id="127" idx="0"/>
          </p:cNvCxnSpPr>
          <p:nvPr/>
        </p:nvCxnSpPr>
        <p:spPr>
          <a:xfrm>
            <a:off x="11454126" y="675500"/>
            <a:ext cx="0" cy="15533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570A71A9-478E-8C10-E6D9-458023DB7880}"/>
              </a:ext>
            </a:extLst>
          </p:cNvPr>
          <p:cNvSpPr/>
          <p:nvPr/>
        </p:nvSpPr>
        <p:spPr>
          <a:xfrm>
            <a:off x="10866373" y="3771956"/>
            <a:ext cx="1175506" cy="2528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通知</a:t>
            </a:r>
          </a:p>
        </p:txBody>
      </p: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2422621A-F6AF-F046-4965-76CD8915796D}"/>
              </a:ext>
            </a:extLst>
          </p:cNvPr>
          <p:cNvCxnSpPr>
            <a:cxnSpLocks/>
            <a:stCxn id="127" idx="1"/>
            <a:endCxn id="129" idx="3"/>
          </p:cNvCxnSpPr>
          <p:nvPr/>
        </p:nvCxnSpPr>
        <p:spPr>
          <a:xfrm flipH="1">
            <a:off x="10552623" y="2401842"/>
            <a:ext cx="457689" cy="8541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218CBF1B-35A1-24C9-7336-D42E49B38C22}"/>
              </a:ext>
            </a:extLst>
          </p:cNvPr>
          <p:cNvCxnSpPr>
            <a:cxnSpLocks/>
            <a:stCxn id="140" idx="1"/>
            <a:endCxn id="129" idx="3"/>
          </p:cNvCxnSpPr>
          <p:nvPr/>
        </p:nvCxnSpPr>
        <p:spPr>
          <a:xfrm flipH="1" flipV="1">
            <a:off x="10552623" y="3256006"/>
            <a:ext cx="313750" cy="6423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FEBBA6B1-9FF8-EE2B-960C-6EE7E52C505F}"/>
              </a:ext>
            </a:extLst>
          </p:cNvPr>
          <p:cNvSpPr/>
          <p:nvPr/>
        </p:nvSpPr>
        <p:spPr>
          <a:xfrm>
            <a:off x="7920099" y="2473667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24</a:t>
            </a:r>
            <a:r>
              <a:rPr lang="ja-JP" altLang="en-US" sz="1000" dirty="0">
                <a:solidFill>
                  <a:schemeClr val="tx1"/>
                </a:solidFill>
              </a:rPr>
              <a:t>時間経過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EE7AD6CF-CAE0-3EAA-7498-F779FB74087B}"/>
              </a:ext>
            </a:extLst>
          </p:cNvPr>
          <p:cNvSpPr/>
          <p:nvPr/>
        </p:nvSpPr>
        <p:spPr>
          <a:xfrm>
            <a:off x="2527683" y="5620265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User A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B176A7DC-097D-08BE-7E36-C488F5A0A05B}"/>
              </a:ext>
            </a:extLst>
          </p:cNvPr>
          <p:cNvSpPr/>
          <p:nvPr/>
        </p:nvSpPr>
        <p:spPr>
          <a:xfrm>
            <a:off x="9321047" y="5620265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User B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B547F21F-723A-3265-365E-76A1AA3D4DED}"/>
              </a:ext>
            </a:extLst>
          </p:cNvPr>
          <p:cNvCxnSpPr>
            <a:cxnSpLocks/>
            <a:stCxn id="4" idx="3"/>
            <a:endCxn id="126" idx="1"/>
          </p:cNvCxnSpPr>
          <p:nvPr/>
        </p:nvCxnSpPr>
        <p:spPr>
          <a:xfrm>
            <a:off x="5020520" y="3140675"/>
            <a:ext cx="2151638" cy="71049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315073AE-E0AB-183A-12AE-D19C5BEFA2FE}"/>
              </a:ext>
            </a:extLst>
          </p:cNvPr>
          <p:cNvSpPr/>
          <p:nvPr/>
        </p:nvSpPr>
        <p:spPr>
          <a:xfrm>
            <a:off x="5651079" y="2719515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見れる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616C3D75-C851-169A-E186-E70AEFC0FF9D}"/>
              </a:ext>
            </a:extLst>
          </p:cNvPr>
          <p:cNvSpPr/>
          <p:nvPr/>
        </p:nvSpPr>
        <p:spPr>
          <a:xfrm>
            <a:off x="5924365" y="5793259"/>
            <a:ext cx="887628" cy="34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フレンド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200" name="直線矢印コネクタ 199">
            <a:extLst>
              <a:ext uri="{FF2B5EF4-FFF2-40B4-BE49-F238E27FC236}">
                <a16:creationId xmlns:a16="http://schemas.microsoft.com/office/drawing/2014/main" id="{1D141720-1C5D-C3ED-FC4F-BF02AFC80508}"/>
              </a:ext>
            </a:extLst>
          </p:cNvPr>
          <p:cNvCxnSpPr>
            <a:cxnSpLocks/>
            <a:stCxn id="187" idx="3"/>
            <a:endCxn id="188" idx="1"/>
          </p:cNvCxnSpPr>
          <p:nvPr/>
        </p:nvCxnSpPr>
        <p:spPr>
          <a:xfrm>
            <a:off x="3415311" y="5793259"/>
            <a:ext cx="5905736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左中かっこ 202">
            <a:extLst>
              <a:ext uri="{FF2B5EF4-FFF2-40B4-BE49-F238E27FC236}">
                <a16:creationId xmlns:a16="http://schemas.microsoft.com/office/drawing/2014/main" id="{482615EB-ECDD-59F9-9B26-510E8F55B3F7}"/>
              </a:ext>
            </a:extLst>
          </p:cNvPr>
          <p:cNvSpPr/>
          <p:nvPr/>
        </p:nvSpPr>
        <p:spPr>
          <a:xfrm rot="19211370">
            <a:off x="4196674" y="877046"/>
            <a:ext cx="1213897" cy="2068511"/>
          </a:xfrm>
          <a:prstGeom prst="leftBrace">
            <a:avLst>
              <a:gd name="adj1" fmla="val 42098"/>
              <a:gd name="adj2" fmla="val 8749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BB71A916-DE35-DCFF-E965-0E93DDAA4666}"/>
              </a:ext>
            </a:extLst>
          </p:cNvPr>
          <p:cNvSpPr/>
          <p:nvPr/>
        </p:nvSpPr>
        <p:spPr>
          <a:xfrm>
            <a:off x="4703932" y="301693"/>
            <a:ext cx="2029904" cy="638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写真</a:t>
            </a: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AD1FA5F0-CE75-0510-F2F7-7DF62194B314}"/>
              </a:ext>
            </a:extLst>
          </p:cNvPr>
          <p:cNvSpPr/>
          <p:nvPr/>
        </p:nvSpPr>
        <p:spPr>
          <a:xfrm>
            <a:off x="5019135" y="998650"/>
            <a:ext cx="2029904" cy="638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リアクション🔥</a:t>
            </a: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9DC153D-D363-AEB7-A78C-76B40D4F5386}"/>
              </a:ext>
            </a:extLst>
          </p:cNvPr>
          <p:cNvSpPr/>
          <p:nvPr/>
        </p:nvSpPr>
        <p:spPr>
          <a:xfrm>
            <a:off x="5290289" y="1695607"/>
            <a:ext cx="2029904" cy="638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ストリーク</a:t>
            </a:r>
          </a:p>
        </p:txBody>
      </p:sp>
    </p:spTree>
    <p:extLst>
      <p:ext uri="{BB962C8B-B14F-4D97-AF65-F5344CB8AC3E}">
        <p14:creationId xmlns:p14="http://schemas.microsoft.com/office/powerpoint/2010/main" val="2086494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ワイド画面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悠介 片原</dc:creator>
  <cp:lastModifiedBy>悠介 片原</cp:lastModifiedBy>
  <cp:revision>2</cp:revision>
  <dcterms:created xsi:type="dcterms:W3CDTF">2026-03-05T08:44:09Z</dcterms:created>
  <dcterms:modified xsi:type="dcterms:W3CDTF">2026-03-05T08:50:07Z</dcterms:modified>
</cp:coreProperties>
</file>